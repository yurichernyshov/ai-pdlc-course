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2E86AB"/>
                </a:solidFill>
              </a:defRPr>
            </a:pPr>
            <a:r>
              <a:t>Лекция 2.3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3400" b="1" i="0">
                <a:solidFill>
                  <a:srgbClr val="FFFFFF"/>
                </a:solidFill>
              </a:defRPr>
            </a:pPr>
            <a:r>
              <a:t>AppSec и LLMSec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2800" b="1" i="0">
                <a:solidFill>
                  <a:srgbClr val="FFFFFF"/>
                </a:solidFill>
              </a:defRPr>
            </a:pPr>
            <a:r>
              <a:t>Практики безопасной разработки AI-систем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800" b="0" i="0">
                <a:solidFill>
                  <a:srgbClr val="2E86AB"/>
                </a:solidFill>
              </a:defRPr>
            </a:pPr>
            <a:r>
              <a:t>Red/Blue Team • Guardrails • Мониторинг • Форензика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CCDD"/>
                </a:solidFill>
              </a:defRPr>
            </a:pPr>
            <a:r>
              <a:t>Дисциплина: «Искусственный интеллект в разработке программного обеспечения»</a:t>
            </a:r>
          </a:p>
          <a:p>
            <a:pPr algn="l">
              <a:spcBef>
                <a:spcPts val="1800"/>
              </a:spcBef>
              <a:spcAft>
                <a:spcPts val="400"/>
              </a:spcAft>
              <a:defRPr sz="1400" b="0" i="0">
                <a:solidFill>
                  <a:srgbClr val="99AABB"/>
                </a:solidFill>
              </a:defRPr>
            </a:pPr>
            <a:r>
              <a:t>Security Testing Pipeline • Предиктивный анализ • Иммунная система vs крепостная стена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Центральный вопрос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Открытость против 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Фундаментальное противоречие, не разрешимое единожды на этапе проектирования.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Система с широкими полномочиями доступа → максимально полезна, но максимально уязвима: каждый дополнительный канал = канал потенциальной атаки.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Система без избыточных прав → безопасна почти по определению, но практическая ценность → 0 (не может выполнять задачи, требующие контекста, внешних данных или побочных эффектов).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Данное противоречие не решается разовым архитектурным решением «предоставить минимально необходимые права». Оно требует непрерывного, контекстно-зависимого процесса балансирования между функциональностью и защищённостью.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Управление этим процессом составляет предметную область двух взаимосвязанных дисциплин — AppSec и LLMSec — рассматриваемых в настоящей лекции.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Безопасность AI-системы — не разовое решение, а непрерывный процесс балансирования.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содержание дисциплины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AppSec (Application Security) — устоявшаяся дисциплина кибербезопасности: защита приложений на всех этапах жизненного цикла.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Сформировалась задолго до LLM. Опирается на зрелый набор практик, применимых к любому программному продукту.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Ключевые практики: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Secure coding — правила написания кода, минимизирующие типовые уязвимости (переполнение буфера, SQL-инъекции, небезопасная десериализация).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SAST (Static Application Security Testing) — статический анализ исходного кода без выполнения.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DAST (Dynamic Application Security Testing) — анализ работающего приложения через тестовые воздействия.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SCA (Software Composition Analysis) — управление зависимостями и контроль уязвимостей в сторонних библиотеках.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Penetration testing — санкционированное имитационное вторжение для выявления слабых мест инфраструктуры.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Отсутствие AppSec → классические инциденты независимо от наличия AI-компонентов: утечка через API, компрометация через зависимость, эскалация привилегий.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LLMSec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специфика дисциплины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LLMSec — формирующаяся дисциплина безопасности, специализирующаяся на защите систем на основе LLM и автономных AI-агентов.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Не заменяет AppSec и не альтернатива ему — дополняет базовые практики механизмами, учитывающими принципиально иную природу угроз.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Ключевое отличие от классического AppSec: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В традиционном приложении вход → детерминированная логика с чётко определённым множеством допустимых значений. Вход LLM → естественный язык с практически неограниченным пространством формулировок, часть из которых интерпретируется моделью как инструкция.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Специфичные для LLMSec угрозы и практики: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Prompt injection — внедрение инструкций, изменяющих поведение модели.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Jailbreak — обход встроенных ограничений через манипуляцию контекстом.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Model inversion — извлечение информации об обучающих данных через анализ ответов.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Guardrails audit — систематическая проверка защитных механизмов на устойчивость к обходу.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Аудит агентной автономии — оценка рисков многошагового выполнения.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Отсутствие LLMSec при зрелом AppSec: классический периметр не распознаёт атаку, реализованную через естественный язык внутри легитимного запроса.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Соотношение AppSec и LLMSec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Сопоставительная 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52120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Параметр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AppSec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LLMSec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Предмет защиты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Код, инфраструктура, доступ, зависимости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Модель, промпты, контекст, агентная автономия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Типовые угрозы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SQL-инъекция, XSS, небезопасная десериализация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Prompt injection, jailbreak, model inversion, обход guardrails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Инструменты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SAST, DAST, SCA, пентест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Adversarial-тестирование, red-teaming промптов, аудит guardrails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Природа входа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Структурированный, ограниченное пространство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Естественный язык, неограниченное пространство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Зрелость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Устоявшаяся, десятилетия практики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Формирующаяся, методология развивается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Зона пересечения критична: секреты в промпте — нарушение AppSec (управление секретами) И LLMSec (контроль контекста).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Зона пересечения AppSec и LLMSec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Три направления, требующие одновременного применения практик обеих дисциплин: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1. Supply chain применительно к моделям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В классическом AppSec: контроль сторонних библиотек (SCA). В AI-системах: модель САМА становится зависимостью — может содержать скрытые уязвимости, бэкдоры, обученные предвзятости. Аудит содержимого модели неизмеримо сложнее аудита исходного кода библиотеки.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2. Логирование и аудит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AppSec: журналирование действий приложения. LLMSec: необходимо журналировать полный контекст, переданный модели на каждом шаге — иначе восстановление причины аномального поведения невозможно.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3. Секреты в промптах и контексте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Классическая практика управления секретами (vault, ротация) должна быть дополнена контролем того, что секреты физически не попадают в текст, передаваемый модели. Модель, получившая секрет в контексте, может воспроизвести его в выводе.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Отсутствие интеграции → каждая дисциплина считает риск зоной ответственности другой → инцидент не покрыт ни одной.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Цели AppSec/LLMSec на этапах 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3268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Этап SDLC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Задача AppSec/LLMSec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Проектирование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Моделирование угроз (threat modeling), выбор архитектурных паттернов secure-by-design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Разработка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Статический анализ кода, анализ промптов и конфигураций агентов на инъекции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Тестирование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Red-teaming, тестирование на проникновение, adversarial-тестирование моделей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Развёртывание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Настройка guardrails, конфигурация мониторинга, ограничение прав в продуктивной среде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Эксплуатация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Непрерывный мониторинг, предиктивный анализ аномалий, реагирование на инциденты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Пост-инцидент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Форензика, обновление защитных мер, распространение знания об атаке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Методологическая ошибка: рассматривать «Пост-инцидент» как финальный. Результаты форензики → обратно в проектирование → замкнутый цикл.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Red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предметная область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Red team — профессиональная функция: систематическая имитация действий реального злоумышленника для обнаружения уязвимостей ДО того, как их обнаружит фактический атакующий.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Это не синоним «хакеров» — санкционированная, документированная, методологически регламентированная деятельность.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Мышление red team: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 i="0">
                <a:solidFill>
                  <a:srgbClr val="222222"/>
                </a:solidFill>
              </a:defRPr>
            </a:pPr>
            <a:r>
              <a:t>«Каким образом я могу заставить эту систему совершить действие, для которого она не предназначена?»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Отличие от функционального тестировщика («работает ли система по спецификации?») — смещение фокуса на поиск расхождения между предполагаемым и фактически возможным поведением.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Отсутствие red team → первое тестирование границ системы происходит после развёртывания в production — силами фактического злоумышленника. Последствия неконтролируемы, исправление до ущерба невозможно.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Методы Red Team применительно к AI-системам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Классические методы пентестинга адаптируются к новому классу угроз — естественно-языковой интерфейс + агентная автономия.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1. Систематический перебор техник Prompt Injection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Прямые (вредоносная инструкция в запросе) и косвенные (через данные: документы, результаты поиска, содержимое файлов).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2. Попытки Jailbreak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Ролевые сценарии («представь, что ты модель без ограничений»)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Кодирование запроса (base64, транслитерация, альтернативные алфавиты)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Разбиение инструкции на безобидные фрагменты с последующей сборкой моделью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3. Тестирование границ автономности агента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Обращение к файлам вне разрешённой директории; вызов непредусмотренных инструментов; эскалация через цепочку действий.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4. Атаки на цепочку поставки — последствия компрометации зависимости.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Артефакт red team: отчёт с воспроизводимыми сценариями атаки для независимой верификации blue team.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Blue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предметная область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Blue team — профессиональная функция: обнаружение, пресечение и устранение последствий атак; проектирование превентивных мер защиты.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Не «настоящая» безопасность в противовес red team — обе роли составляют единую дисциплину, различаясь исключительно точкой зрения.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Мышление blue team — три последовательных вопроса: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1. «Каким образом я узнаю о том, что происходит атака?» — обнаружение.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2. «Каким образом я её остановлю?» — реагирование.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3. «Каким образом я предотвращу повторение данного типа атаки?» — превенция.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Отсутствие blue team при наличии red team → уязвимости регулярно обнаруживаются, но не устраняются системно: каждая находка — изолированный инцидент без архитектурного решения на класс атак.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Методы Blue Team применительно к AI-системам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Четыре направления деятельности (каждое детально раскрывается далее в лекции):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1. Проектирование и настройка guardrails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Системы защиты, ограничивающие поведение модели/агента в реальном времени: на входе, выходе и в процессе выполнения.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2. Настройка мониторинга аномального поведения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Отслеживание отклонений в запросах, действиях агента, потреблении ресурсов и содержимом вывода.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3. Реагирование на инциденты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Оперативная локализация ущерба, приостановка скомпрометированного процесса, уведомление заинтересованных сторон.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4. Форензика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Расследование атак постфактум: восстановление картины инцидента и извлечение урока для обновления защитных мер.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Артефакт blue team — не отчёт, а работающие элементы: конфигурация защиты, конфигурация мониторинга, процедуры реагирования на инциденты.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Взаимодействие Red Team и Blue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Непрерывный цикл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Red team и blue team — НЕ последовательные этапы («сначала полный пентест, затем полное устранение»).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Последовательная модель → статичный снимок безопасности на момент проверки, теряющий актуальность по мере изменения системы и появления новых техник атак.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Корректная модель — параллельный, непрерывный диалог (цикл из 4 фаз):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1. Red team обнаруживает новый вектор атаки.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2. Blue team анализирует находку и адаптирует guardrails + мониторинг.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3. Red team проверяет обновлённую защиту на повторный обход.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4. При обнаружении нового обхода → цикл с шага 1; при отсутствии → защита признаётся устойчивой к данному классу атак (но не абсолютно).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Практическое следствие: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Разовая проверка безопасности перед релизом (single security review) структурно неспособна обеспечить адаптивность защиты. Это эквивалентно отказу от обновления защиты по мере появления новых угроз.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Мониторинг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Назначение и отличие от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Вопрос: если guardrails сконфигурированы корректно — зачем мониторинг? Ответ: принципиально.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Guardrails реагируют на ИЗВЕСТНЫЕ паттерны — срабатывают только при соответствии заранее определённым правилам/сигнатурам.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Мониторинг обнаруживает НЕИЗВЕСТНЫЕ паттерны — отклонения от типичного поведения, не соответствующие ни одному правилу, но статистически аномальные.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Формальное определение: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Мониторинг — процесс непрерывного наблюдения за характеристиками входных данных, действий системы, потребляемых ресурсов и выдаваемых результатов с целью выявления отклонений от baseline (базового профиля поведения).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Фундаментальное обоснование: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Ни один конечный набор правил не покрывает всё пространство возможных атак — особенно для LLM, где пространство текстовых входов практически бесконечно. Любая сигнатурная защита покрывает лишь подмножество.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Отсутствие мониторинга при guardrails: атаки с неизвестной формулировкой проходят незамеченными → единственный способ обнаружения — форензика уже нанесённого ущерба.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Уровни мониторинга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Вход и выполнение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86AB"/>
                </a:solidFill>
              </a:defRPr>
            </a:pPr>
            <a:r>
              <a:t>Уровень 1: ВХОД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Аномалии в характере запросов: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Длина и структура промптов — аномально длинные/короткие vs baseline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Частота запросов от одного источника (автоматизированный перебор)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Паттерны инъекций, даже пропущенные guardrails (статистическое сходство)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Языковые аномалии: переключение языка, нехарактерная кодировка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86AB"/>
                </a:solidFill>
              </a:defRPr>
            </a:pPr>
            <a:r>
              <a:t>Уровень 2: ВЫПОЛНЕНИЕ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Аномалии в действиях агента: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Обращения к файлам/ресурсам, нехарактерные для заявленного типа задачи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Резкое отклонение числа шагов от типичного для аналогичной задачи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Необычные комбинации вызываемых инструментов (нет в baseline)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Повторные действия после отказа (признак эскалации/обхода ограничения)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Мониторинг структурируется по 4 уровням — каждый соответствует стадии обработки запроса.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Уровни мониторинга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Ресурсы и вывод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86AB"/>
                </a:solidFill>
              </a:defRPr>
            </a:pPr>
            <a:r>
              <a:t>Уровень 3: РЕСУРСЫ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Аномалии потребления: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Резкий рост потребления токенов vs baseline (DoS или неэффективность)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Аномальное время выполнения задачи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Частота вызовов внешних API сверх ожидаемого (индикатор компрометации)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86AB"/>
                </a:solidFill>
              </a:defRPr>
            </a:pPr>
            <a:r>
              <a:t>Уровень 4: ВЫВОД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Аномалии в результатах: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Паттерны, синтаксически схожие с секретами (regex на форматы ключей)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Неожиданные изменения в файлах вне заявленной задачи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• Сигнатуры чувствительных данных (email, номера карт, ключи API)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Отсутствие хотя бы одного уровня → структурный пробел: атака, спроектированная для обхода контроля на этом уровне, останется незамеченной.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От реактивного мониторинга к предиктивному анализу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Реактивный мониторинг: обнаруживает аномалию, когда событие УЖЕ произошло. Задача — минимизировать время до обнаружения, но не предотвратить.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Предиктивный анализ: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Оценка вероятности инцидента ДО выполнения потенциально опасного действия на основе исторических паттернов и характеристик текущего запроса.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Формальное определение: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Применение статистических моделей/ML к признакам запроса и контекста сессии → численная оценка риска (risk score) → решение о дальнейшей обработке.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Три типа признаков риска: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1. Семантическое сходство запроса с корпусом известных атак (без точного совпадения сигнатуры).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2. Обращение к ресурсам с историей инцидентов или повышенной чувствительностью.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3. Статистическая аномалия последовательности действий относительно baseline-профиля.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Три решения по результатам оценки: risk &gt; 0.8 → блокировка; 0.5–0.8 → подтверждение оператором; &lt; 0.5 → выполнение с усиленным логированием.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оценка риска запроса до выполнения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Функция оценки риска принимает запрос и вычисляет три независимых фактора.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Фактор 1: Семантическое сходство с корпусом инъекций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Мера семантической близости текста запроса к корпусу известных попыток prompt injection. Не требует точного синтаксического совпадения — достаточно статистического сходства смысловой структуры. Обнаруживает перефразированные варианты известных техник.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Фактор 2: Обращение к ресурсу повышенного риска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Принадлежность целевого пути к множеству ресурсов с историей инцидентов (конфигурационные файлы, хранилища секретов, системные директории).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Фактор 3: Аномалия последовательности действий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Сравнение текущей последовательности действий сессии с baseline-профилем типичного поведения; существенное отклонение фиксируется как фактор риска.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22222"/>
                </a:solidFill>
              </a:defRPr>
            </a:pPr>
            <a:r>
              <a:t>Агрегация: &gt; 0.8 → блокировка; 0.5–0.8 → подтверждение; &lt; 0.5 → выполнение с логированием.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Узкая классическая ML-модель для классификации риска эффективнее LLM для обнаружения аномалий в её же поведении.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конвейерная классификация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Guardrails — механизмы, ограничивающие поведение LLM-системы в реальном времени: на входе, выходе и в процессе выполнения.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Классификация по точке применения в конвейере: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1. Input guardrails — запрос до попадания в контекст модели. Результат: блокировка или модификация до обработки.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2. Output guardrails — результат до использования (выполнения, отображения, сохранения). Результат: блокировка или модификация вывода.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3. Runtime guardrails — в процессе многошагового выполнения агентом. Ограничения: число шагов, токены, допустимые инструменты, время.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Три класса НЕ взаимозаменяемы: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Input guardrail не обнаружит проблему, возникающую в процессе многошагового выполнения.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Output guardrail не предотвратит избыточное потребление ресурсов до получения финального результата.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Отсутствие хотя бы одного класса → структурная брешь в конвейере защиты.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Input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Механизм фильтрации на входе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Input guardrail — проверка запроса до включения в контекст модели. Последовательность независимых проверок, каждая может привести к блокировке.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Типовой набор проверок: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Наличие известных паттернов инъекции (regex на «игнорируй предыдущие инструкции», «системное переопределение»)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Соблюдение ограничений по длине запроса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Аномалии кодировки символов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Принадлежность запроса к запрещённой тематике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C0392B"/>
                </a:solidFill>
              </a:defRPr>
            </a:pPr>
            <a:r>
              <a:t>Существенное ограничение: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Input guardrails на основе сигнатур (regex, ключевые слова) защищают только от ИЗВЕСТНЫХ формулировок атаки. Злоумышленник может перефразировать инструкцию инъекции так, чтобы синтаксически не совпасть ни с одним паттерном, сохранив семантический эффект.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Отсутствие понимания этого ограничения → ложное чувство защищённости: команда полагает систему защищённой от инъекций на основании факта настройки input guardrail, не учитывая, что покрыто лишь подмножество формулировок.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Output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Механизм фильтрации на выходе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Output guardrail — проверка результата модели/агента до его практического использования (выполнение, отображение, сохранение).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Две категории проверок: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1. Проверка на утечку секретов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Вывод сопоставляется с regex на типовые форматы: ключи API провайдеров, ключи облачных сервисов, пары «ключ-значение», характерные для паролей и токенов. Действие: redaction (маскирование) фрагмента, а не полная блокировка.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2. Проверка сгенерированного кода на опасные операции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Проверка наличия: eval/exec (динамическое выполнение), запуск команд ОС через shell, прямые системные вызовы. Действие: require_review — требование проверки человеком перед исполнением.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Без output guardrail: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Агент, обрабатывающий конфигурационный файл, включает содержащийся ключ доступа в текстовый вывод → внутренняя утечка в контексте → фактическая утечка за пределы контролируемого периметра.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Runtime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Ограничения во время выполнения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Runtime guardrail — ограничение поведения агента в процессе многошагового выполнения (специфично для агентных систем).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Четыре параметра ограничения — проверка перед каждым шагом: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1. Лимит числа шагов — защита от зацикливания. Превышение → принудительная остановка с диагностикой.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2. Лимит потребляемых токенов — защита от неконтролируемого расходования бюджета при аномальном поведении.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3. Ограничение набора допустимых инструментов — обращение к инструменту вне разрешённого списка блокируется независимо от контекста.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4. Тайм-аут выполнения — принудительное прерывание по истечении интервала независимо от прогресса.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Связь с ранее изученным: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Runtime guardrail — прямое продолжение темы политики остановки агента, но не как способ завершения штатной задачи, а как инструмент безопасности, ограничивающий масштаб ущерба от скомпрометированного агента.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Без runtime guardrail любая уязвимость → потенциально неограниченный по масштабу ущерб.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Три причины, по которым guardrails не являются панацеей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Guardrails — необходимый, но принципиально недостаточный элемент защиты.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500" b="1" i="0">
                <a:solidFill>
                  <a:srgbClr val="C0392B"/>
                </a:solidFill>
              </a:defRPr>
            </a:pPr>
            <a:r>
              <a:t>1. Реакция исключительно на известные паттерны.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Сигнатурные/regex/обученные на примерах guardrails не обнаруживают формулировку атаки, отсутствующую в наборе правил. Новая формулировка инъекции проходит беспрепятственно.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500" b="1" i="0">
                <a:solidFill>
                  <a:srgbClr val="C0392B"/>
                </a:solidFill>
              </a:defRPr>
            </a:pPr>
            <a:r>
              <a:t>2. Снижение полезности при избыточной строгости.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Чрезмерно агрессивная фильтрация → рост false positives → блокировка легитимных запросов. Следствие: пользователи ищут обходные пути, зачастую менее безопасные.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500" b="1" i="0">
                <a:solidFill>
                  <a:srgbClr val="C0392B"/>
                </a:solidFill>
              </a:defRPr>
            </a:pPr>
            <a:r>
              <a:t>3. Уязвимость самого защитного механизма.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LLM-based guardrail (проверка безопасности другой моделью) сам подвержен тем же классам угроз: prompt injection на защитную модель → ошибочная классификация вредоносного контента как безопасного.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Практическое следствие: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Guardrails — один из нескольких взаимодополняющих слоёв: совместно с мониторингом, предиктивным анализом и циклом red/blue team. Не самодостаточное решение.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Форензика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назначение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Форензика — систематическое расследование инцидента безопасности: восстановление механизма атаки, оценка ущерба, формирование мер предотвращения повторения.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Необходимость при наличии guardrails + мониторинга: даже многоуровневая защита не исключает вероятности успешной атаки — ни один механизм не даёт абсолютного покрытия.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Четыре структурированных вопроса форензики: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1. Что именно произошло? — точная последовательность действий, приведших к инциденту.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2. Каким образом злоумышленник получил возможность? — какая защита не сработала или отсутствовала.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3. Какой ущерб нанесён? — что скомпрометировано, изменено или извлечено.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4. Происходило ли это ранее незамеченным? — ретроспективный анализ логов на аналогичные события.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Отсутствие форензики → организация теряет возможность извлечь урок из понесённого ущерба → повышение вероятности повторения.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Специфика форензики в LLM-системах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Ключевое отличие от классических систем: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В традиционном ПО: полный лог + версия кода → точное прослеживание логической ветви. В LLM: внутренний процесс принятия решения остаётся принципиально непрозрачным — объяснить, почему модель сгенерировала именно этот ответ, не всегда возможно даже при доступе к весам.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Смещение фокуса: с уровня внутреннего состояния модели → на уровень наблюдаемого поведения системы.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Методология форензики LLM-инцидента (4 этапа):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1. Восстановление последовательности: полный лог промптов и контекста на каждом шаге; лог вызванных инструментов и результатов; временные метки.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2. Идентификация точки компрометации: на каком шаге поведение отклонилось; содержимое входных данных; какой guardrail должен был сработать, но не сработал.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3. Оценка масштаба: затронутые ресурсы; распространение на смежные компоненты.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4. Извлечение урока: формализация нового паттерна атаки для guardrails и мониторинга; необходимость архитектурного изменения (не точечного патча).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Без исчерпывающего логирования всех входов и действий агента форензика LLM-системы невозможна в принципе.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форензический анализ инцидента с утечкой секрета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Инцидент: в финальном ответе агента зафиксирован действующий ключ доступа к API. Output guardrail был настроен, но не сработал.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Восстановление последовательности: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Анализ лога: на промежуточном шаге агент получил содержимое конфигурационного файла для диагностики ошибки подключения. Ключ присутствовал в формате, отличном от покрываемого regex guardrail (нестандартный префикс внутреннего сервиса).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Идентификация точки компрометации: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Компрометация — не на этапе генерации ответа, а на этапе конфигурации output guardrail: regex покрывал типовые публичные форматы, но не внутренний формат идентификаторов организации.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Оценка масштаба: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Ретроспективный анализ логов: единичный случай, одна сессия, без распространения.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Извлечённый урок: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Guardrail дополнен regex для внутреннего формата ключей. Рекомендация: регулярный аудит покрытия сигнатур применительно ко ВСЕМ внутренним форматам конфиденциальных данных, не только публичным.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Ключевая метафора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Иммунная система против крепостной стены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70408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Функция иммунной системы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Аналог в защите AI-системы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Распознавание угрозы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Guardrails на входе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Локальная реакция в точке проникновения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Runtime-ограничения, блокировка действия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Воспаление — заметный сигнал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Мониторинг и алертинг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Запоминание возбудителя для быстрой реакции при повторе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Обновление guardrails на основе форензики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233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</a:defRPr>
            </a:pPr>
            <a:r>
              <a:t>Крепостная стена: статичная защита — либо выдерживает, либо пробита. Построена однократно. Единственный способ проверки — исчерпывающий перебор всех способов штурма (невозможно).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7AE60"/>
                </a:solidFill>
              </a:defRPr>
            </a:pPr>
            <a:r>
              <a:t>Иммунная система: нет состояния «абсолютное здоровье, атаки невозможны». Есть постоянно поддерживаемое состояние адаптивной готовности.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Безопасность AI-системы не проходит финальную проверку раз и навсегда — она поддерживается непрерывным процессом red team, blue team, мониторинга и форензики.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Security Testing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Сборка процесса в единую 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3268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Этап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Содержание деятельности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1. Проектирование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Моделирование угроз (STRIDE/DREAD), определение необходимых guardrails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2. Реализация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Внедрение input/output/runtime guardrails; исчерпывающее логирование (audit log)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3. Red team тестирование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Регулярные попытки обхода guardrails; документирование успешных атак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4. Blue team адаптация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Обновление guardrails на основе обходов; настройка мониторинга на новые паттерны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5. Production мониторинг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Отслеживание аномалий в реальном времени; предиктивная оценка риска запросов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6. Пост-инцидентная форензика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Восстановление событий; извлечение структурированного урока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Цикличность: результат этапа 6 → этап 1 (обновлённая модель угроз). Спираль, каждый виток повышает устойчивость, не достигая «абсолютной неуязвимости».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регуляторное требование к процессу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Регуляторные требования (аналогично EU AI Act для high-risk систем):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Обязательность документированного, ВОСПРОИЗВОДИМОГО процесса управления рисками — не однократной проверки перед вводом в эксплуатацию.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Разовая проверка («сдать систему на аудит») подтверждает состояние исключительно на момент проверки. Регулятор требует демонстрации ФУНКЦИОНИРУЮЩЕГО ПРОЦЕССА.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Документированные ответы на вопросы: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1. С какой периодичностью проводится red-teaming системы?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2. Каково типичное время реакции blue team на находку (от обнаружения до внедрения обновлённой защиты)?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3. Какие конкретные метрики мониторинга отслеживаются на постоянной основе в production?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4. Каким образом задокументированы прошлые инциденты и извлечённые из них уроки?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Наличие guardrails + мониторинга без документации процесса непрерывного совершенствования не удовлетворяет регулятору.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Практика ротации ролей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Методологическое обоснование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Ротация: команда, выступавшая red team для системы X, затем становится blue team для той же системы X.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Не сводится к организационному удобству. Формирует профессиональную способность — удержание одновременно двух точек зрения: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22222"/>
                </a:solidFill>
              </a:defRPr>
            </a:pPr>
            <a:r>
              <a:t>Проектируя защитный механизм, специалист продолжает задавать вопрос: «Каким образом я обойду только что спроектированную защиту, действуя в роли атакующего?»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Данная способность принципиально отличает специалиста, проектирующего устойчивую защиту, от специалиста, формально выполняющего чек-лист известных мер без критического осмысления их достаточности.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Типичное профессиональное ограничение при отсутствии ротации: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Специалист, работавший исключительно blue team, склонен переоценивать эффективность спроектированных им механизмов — не обладает практическим опытом их систематического обхода.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Сопоставление подходов к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Снимок состояния против непрерывного процесса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234440"/>
          <a:ext cx="11887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657600"/>
                <a:gridCol w="56692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Параметр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«Крепостная стена» (снимок)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«Иммунная система» (процесс)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Модель угроз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Фиксируется однократно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Непрерывно обновляется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Роль red/blue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Последовательные разовые этапы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Параллельный непрерывный диалог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Реакция на новую угрозу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Отсутствует до след. цикла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Мониторинг → цикл адаптации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Оценка результата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«Проверка пройдена / не пройдена»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«Устойчивость к классу X при остаточном риске Y»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Роль форензики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Второстепенная, постфактум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Интегральная, замыкает цикл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Итоговое утверждение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«Система защищена»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«Построен процесс обнаружения и реагирования»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Корректная позиция: «система устойчива к классу угроз X при известном остаточном риске Y» — не «защищена от всего».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