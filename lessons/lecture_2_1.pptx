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2.1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Тестирование программного обеспечения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в условиях AI-first разработки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2200" b="1" i="0">
                <a:solidFill>
                  <a:srgbClr val="2E86AB"/>
                </a:solidFill>
              </a:defRPr>
            </a:pPr>
            <a:r>
              <a:t>Цели, виды, инструменты автоматизации и применение LLM-агентов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Пирамида тестирования • Агентный пайплайн • SDD-трассируемость • Мутационное тестирование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Методологическая позиция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построения к верификации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Модуль 1: как построить — метод, агентный пайплайн, формулировка задачи.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Модуль 2: как убедиться, что построенное надёжно и безопасно.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Разграничение не хронологическое (верификация не следует за разработкой, а сопровождает её), а методологическое: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два принципиально разных вида деятельности, требующих разных инструментов, критериев и точек зрения.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Тестирование — точка входа во второй методологический режим. Это не набор технических инструментов, а систематическая практика получения доказательств о поведении системы.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В AI-first разработке эта практика приобретает дополнительные измерения, разбираемые в данной лекции.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Тестирование = получение доказательств. Не «поиск багов», а управляемый процесс верификации.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методологический 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Самореференция в автоматизированном тестировании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C0392B"/>
                </a:solidFill>
              </a:defRPr>
            </a:pPr>
            <a:r>
              <a:t>Если тесты генерирует та же модель, что писала код, — система оценивает собственный вывод.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Это конкретная инженерная проблема: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Агент, написавший код, воспроизводит в тестах те же допущения. Если в коде ошибка понимания задачи — сгенерированный тест подтвердит её, а не обнаружит: тест будет зелёным при некорректно работающей функции.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Проблема не устраняется увеличением покрытия: тест, написанный из неверного предположения, фиксирует ошибочное поведение как эталонное.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Ключевой методологический вывод: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Понимание природы тестирования — что тест на самом деле проверяет и чего не проверяет — критически важная компетенция в AI-first разработке, а не вспомогательный технический навык.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Самореференция — фундаментальная проблема AI-тестирования. Решается архитектурой пайплайна, не заменой модели.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Определение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обнаружения дефектов к управлению уверенностью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Тестирование — управляемый процесс получения доказательств того, что система ведёт себя определённым образом в определённых условиях.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291840"/>
          <a:ext cx="11430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Элемент определения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Методологическое значение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Управляемый процесс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Систематическая деятельность с явными целями и критериями остановки, не случайное обнаружение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Получение доказательств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Тест доказывает наличие/отсутствие конкретного поведения, но не доказывает отсутствие всех ошибок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Определённым образом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Проверяется конкретное, заранее сформулированное поведение — не «правильность» в абстрактном смысле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 определённых условиях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Тест всегда частичен: конечное число сценариев из бесконечного пространства возможных входов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Дейкстра: «Тестирование позволяет обнаружить присутствие ошибок, но не доказать их отсутствие».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Пирамида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Архитектура и обоснование соотношений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Пирамида — не перечень видов тестов, а архитектурная модель с обоснованными соотношениями.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75/20/5 — рекомендуемый ориентир. Нарушение в направлении «перевёрнутой пирамиды»: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Медленный обратный контур ошибок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Высокая стоимость поддержки тестов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Хрупкость к любым изменениям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     ╱‾‾‾‾‾‾‾‾‾‾‾‾‾‾╲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    ╱   E2E / UI  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   ╱    тесты (~5%)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  ╱────────────────────╲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 ╱  Интеграционные   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 ╱   тесты (~20%)     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 ╱──────────────────────────╲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 ╱                         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 ╱      Unit-тесты (~75%)       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2222"/>
                </a:solidFill>
                <a:latin typeface="Courier New"/>
              </a:defRPr>
            </a:pPr>
            <a:r>
              <a:t>             ╱────────────────────────────────╲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Критично для AI-first: LLM-агенты склонны воспроизводить перевёрнутую пирамиду.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E2E-тесты легче описать в промпте («проверь, что пользователь может загрузить файл»). Unit-тесты требуют точного знания изолированных интерфейсов. Это смещение необходимо явно корректировать в инструкциях агента.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Unit-тестирование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Определение, механизм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Unit-тест — автоматизированная проверка одного изолированного компонента (функции, метода, класса) в отрыве от всех внешних зависимостей.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Зависимости заменяются: mock (регистрирует вызовы), stub (возвращает заданные значения), fake (упрощённая реализация).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Характеристики: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Скорость: миллисекунды на тест; тысячи тестов — за секунды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Детерминированность: результат воспроизводим при одинаковых условиях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Точная локализация: падение теста указывает на конкретный компонент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Что проверяет: соответствие поведения компонента его спецификации в изоляции.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Что НЕ проверяет: взаимодействие компонентов; поведение в реальной среде; граничные случаи на стыках.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Последствие отсутствия: дефекты обнаруживаются только на интеграционном/системном уровне → многократное увеличение стоимости локализации.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Интеграционное 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Проверка взаимодействий на стыках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Интеграционный тест — проверка корректности взаимодействия двух или более компонентов с реальными (или реалистично имитируемыми) зависимостями.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Примеры: модуль + реальная БД; два сервиса; внешний API из бизнес-логики.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Характеристики: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Скорость: секунды на тест (требуется поднять тестовые версии зависимостей)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Требуют настройки среды: тестовые БД, контейнеры, mock-серверы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Локализация сложнее: падение может быть вызвано любым из взаимодействующих компонентов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Что проверяет: корректность «стыков» — передача данных, обработка ошибок на границе взаимодействия.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Что НЕ проверяет: полный пользовательский сценарий; поведение под нагрузкой; взаимодействие всех компонентов одновременно.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Последствие отсутствия: компоненты работают в изоляции (unit-тесты зелёные), но дают сбои при взаимодействии — «всё отдельно работает, вместе — нет».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Функциональное, системное и E2E-тестирование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Характеристики и область применения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004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Вид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Объект проверки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Точка зрения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Функциональное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Конкретная бизнес-функция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Наблюдаемое поведение (без анализа реализации)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 терминах требований: «пользователь загружает файл и получает результат»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Системное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Система целиком как единый объект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Соответствие системным требованиям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Совокупное поведение всех компонентов в сборке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E2E (End-to-End)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Полный пользовательский сценарий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Реальный пользовательский опыт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Интерфейс, сеть, БД в условиях, близких к продуктивным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576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Общие ограничения верхних уровней: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Наиболее медленные: от десятков секунд до минут на тест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Наиболее хрупкие: чувствительны к любым изменениям в любом компоненте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Наиболее дорогие в поддержке: каждое изменение интерфейса → обновление тестов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E2E-тесты оправданы только для критических сценариев, которые невозможно проверить на более низких уровнях.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Критерии качества теста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Что отличает хороший тест от формального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Наличие тестов и наличие качественных тестов — принципиально разные состояния. Критично при AI-генерации.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Проверяет поведение, а не реализацию.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Тест на вызов внутреннего метода с конкретными аргументами сломается при рефакторинге. Тест на возвращаемый результат устойчив: фиксирует контракт, не способ реализации.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Однозначно определяет причину провала.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Тест проверяет ровно одно условие. Несколько несвязанных проверок → при провале неясно, что именно сломалось.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Детерминированно воспроизводим.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Flaky test (результат варьируется) — антипаттерн. Порождает ложные тревоги и приучает команду игнорировать красные статусы.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4. Независим от других тестов.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Результат не зависит от порядка выполнения. Скрытые зависимости превращают тестовый набор в хрупкую цепочку.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5. Имя теста объясняет намерение.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test_validate_file_returns_invalid_for_unsupported_format — документация: разработчик понимает, что сломалось, без погружения в код.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Антипаттерн «театрального теста»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Формальное покрытие без содержательной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926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Театральный тест (плохо):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test_process_data():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process_data([1, 2, 3])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 is not None  # только факт возврата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Содержательный тест (хорошо):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test_process_data_sums_correctly():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process_data([1, 2, 3])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result.total == 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result.item_count == 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result.status == "completed"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Театральный тест — выполняет код и засчитывается в покрытие, но не содержит содержательной проверки.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 при AI-генерации: агент с инструкцией «обеспечь покрытие 80%» находит путь наименьшего сопротивления — тесты, достигающие максимума строк с минимумом усилий. Это не сбой — это буквальное следование неточному критерию.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Последствие: 100% покрытие строк совместимо с полным отсутствием содержательных проверок. Метрика необходима, но не достаточна.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Инструментарий автоматизации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pytest как основной фреймворк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@pytest.mark.parametrize("file_path, expected_valid, expected_error",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("valid.csv",    True,  None),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("file.exe",     False, "UNSUPPORTED_FORMAT"),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("empty.csv",    False, "EMPTY_FILE"),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("big_file.csv", False, "FILE_TOO_LARGE"),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test_validate_file(file_path, expected_valid, expected_error, tmp_files):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validate_file(file_path,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result.is_valid == expected_valid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if expected_error: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assert any(e.code == expected_error for e in result.errors)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2801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Параметризация: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Каждая строка = один тест-кейс из SDD. Прямое воплощение критериев приёмки.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Фикстуры: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Настройка окружения с явным управлением временем жизни (function, class, module, session). Изоляция тестов.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Маркеры: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@pytest.mark.unit — на каждый коммит</a:t>
            </a:r>
            <a:br/>
            <a:r>
              <a:t>@pytest.mark.integration — перед merge</a:t>
            </a:r>
            <a:br/>
            <a:r>
              <a:t>@pytest.mark.slow — по расписанию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Измерение покрытия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Метрики, интерпретация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01168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Строгость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Уязвимость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Line coverage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Доля строк, выполненных хотя бы одним тестом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Легко «накручивается» театральными тестами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Statement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Доля операторов, выполненных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Низкая–средняя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Аналогична line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Branch coverage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Доля ветвей условных операторов, охваченных тестами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 тестирования True и False для каждого if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Принципиальное ограничение: покрытие измеряет факт выполнения кода, но не факт проверки его поведения.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Строка засчитывается как покрытая, если выполнена хотя бы одним тестом — независимо от содержательности assert.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Типичные целевые значения: 80% line coverage — минимальный порог; 90%+ — критически важные модули. 100% редко оправдано.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Запуск: pytest --cov=src --cov-report=html --cov-report=term-missing tests/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Флаг --cov-report=term-missing выводит список непокрытых строк — детерминированный вход для агента генерации тестов.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Изоляция зависимостей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mock и patch в тестировании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from unittest.mock import patch, MagicMock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test_upload_file_saves_to_storage():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mock_storage = MagicMock()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with patch('src.services.storage_service', mock_storage):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result = upload_file("valid.csv",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mock_storage.save.assert_called_once()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result.status == "queued"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22222"/>
                </a:solidFill>
              </a:defRPr>
            </a:pPr>
            <a:r>
              <a:t>MagicMock — заглушка, регистрирующая все вызовы и возвращающая настраиваемые значения.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patch — контекстный менеджер, временно заменяющий реальный объект заглушкой в пространстве имён тестируемого модуля.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Правило: заменяйте заглушками то, что НЕ является предметом теста (внешние сервисы, I/O, сеть, время); оставляйте реальным предмет теста (бизнес-логику).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Системная ошибка AI-генерации: агент может замокать саму тестируемую логику — тест проверяет только заглушку, не выполняя ни одной строки реального кода.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Возможности LLM в тестировании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Обоснованная область применения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34440"/>
          <a:ext cx="117957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48056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 ценности LLM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Условие эффективности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шаблонного кода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Структура pytest-теста однообразна; LLM воспроизводит её без ошибок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Чёткое описание интерфейса компонента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Трансляция SDD в параметризованные тесты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приёмки SDD механически → строки @parametrize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Структурированная SDD с явными тест-кейсами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говорящих имён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 описанию поведения LLM генерирует информативные имена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Описание намерения теста на естественном языке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разнообразных тестовых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Вариативность LLM — преимущество для охвата широкого диапазона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Описание ограничений и типов допустимых значений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Объяснение упавших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Анализ трассировки стека → вероятная причина доступным языком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Полный контекст: код, тест, трассировка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Все перечисленные применения: результат поддаётся верификации детерминированными методами.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Системные ограничения LLM в тестировании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Механизмы и последствия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Каждое ограничение имеет конкретный механизм и последствия. Это не дефекты модели — это предсказуемые следствия её природы.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1. LLM не знает исходного намерения — только код.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Модель видит реализацию, но не бизнес-требование, не обсуждения, не архитектурные договорённости. Тест проверяет то, что код ДЕЛАЕТ, а не то, что ДОЛЖЕН делать. Баг в коде → закреплён в тесте как эталон.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2. LLM воспроизводит предположения оригинального кода.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Неверное предположение о структуре данных в коде → тест тестирует данные той же структуры. Предположение остаётся непроверенным.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3. LLM оптимизирует заданный критерий, не заданный смысл.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«Обеспечь покрытие 80%» → максимизация метрики покрытия, не содержательности. assert result is not None оптимален по этому критерию.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4. LLM склонна к перевёрнутой пирамиде.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E2E-сценарии легче описать в промпте. Unit-тесты требуют точного знания интерфейсов. Без явного указания — смещение к верхним уровням.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Ограничения устраняются инженерными решениями при проектировании агентного пайплайна, а не заменой модели.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Архитектура агента для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Полный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ШАГ 1: Детерминированный анализ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Запуск pytest --cov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Определение непокрытых строк/ветвей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Загрузка SDD-спецификации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└────────────────────┬──────────────────────────┘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┌────────────────────▼──────────────────────────┐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ШАГ 2: Генерация тестов (LLM)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Вход: непокрытые строки + SDD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Генерация с трассировкой к SDD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└────────────────────┬──────────────────────────┘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┌────────────────────▼──────────────────────────┐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ШАГ 3: Детерминированная проверка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Запуск новых тестов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Измерение покрытия после добавления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Проверка синтаксиса и корректности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└────────────────────┬──────────────────────────┘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┌────────────────────▼──────────────────────────┐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ШАГ 4: Оценка условия остановки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Цель достигнута? → Завершить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Исчерпаны итерации? → Отчёт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Dead code? → Зафиксировать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• Иначе → вернуться к шагу 1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Генерация тестов с трассируемостью к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3657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test_validate_file_detects_invalid_content_in_csv(tmp_path):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TC-07: файл .csv содержит бинарные данные.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Источник: validator_spec.md, раздел "Граничные случаи".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Ожидаемое поведение: is_valid=False, CONTENT_FORMAT_MISMATCH.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binary_file = tmp_path / "fake.csv"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binary_file.write_bytes(b'\x89PNG\r\n\x1a\n')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validate_file(str(binary_file),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result.is_valid is 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any(e.code == "CONTENT_FORMAT_MISMATCH" for e in result.errors)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result.file_metadata is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Трассируемость: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Каждый тест имеет явную ссылку на основание: тест-кейс в SDD или явную причину существования.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Зачем нужно: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ревью: проверяющий немедленно обращается к источнику — тест проверяет намерение, зафиксированное в SDD.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изменении требований: изменение тест-кейса в SDD → ясно, какие тесты обновлять.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защите: «что проверено?» → «TC-07 из validator_spec.md».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Требование к агенту: инструкция должна явно предписывать docstring со ссылкой на источник тест-кейса.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Условие остановки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Dead code и непокрываемые ветви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53949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Определение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Правильное действие агента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Dead 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Код, достижимый синтаксически, но не достижимый при нормальном выполнении (ветвь после return, никогда не истинное условие)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Зафиксировать как dead code, сообщить разработчику, НЕ генерировать тест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Защитные 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Проверки на ситуации, не возникающие в данном контексте при наличии предшествующей валидации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Зафиксировать как защитное условие с объяснением, почему не тестируется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Внешние зависимости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Строки, выполняющиеся только при специфических условиях среды (конкретная ОС, аппаратные зависимости)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Задокументировать ограничение, предложить альтернативный подход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Агент должен уметь сказать: «этот код не может быть покрыт по следующей причине» — вместо бесконечного поиска.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Независимость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Четырёхуровневая модель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Проблема самореференции (агент проверяет свой вывод) решается системой мер. Ни одна мера в отдельности не достаточна.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Уровень 1. Разделение источников знания.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Агент-тестировщик: SDD = первичный источник (ЧТО проверять), код = вторичный (КАК написать тест). Инверсия → тест фиксирует реализацию, не намерение.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Уровень 2. Разделение контекстов агентов.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Разные системные промпты: агент-разработчик («как реализовать»), агент-тестировщик («как доказать соответствие»). Разные режимы → ниже вероятность воспроизведения общих предположений.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Уровень 3. Обязательное человеческое ревью сгенерированных тестов.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Проверяется: трассируемость к SDD; содержательность assert; независимость тестов; полнота покрытия намерений SDD.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Уровень 4. Мутационное тестирование.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Объективная проверка: намеренное внесение изменений в код → обнаруживают ли тесты изменения? Для критически важных модулей.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Мутационное 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и интерпретация результатов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0292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Оригинальный код:    if size &gt; MAX_SIZE: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Мутация 1 (граница): if size &gt;= MAX_SIZE: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Мутация 2 (инверсия): if size &lt; MAX_SIZE: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Мутация 3 (нуль):    if size &gt; 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Мутация 4 (всегда):  if True: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Мутационное тестирование: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 исходный код автоматически вносятся небольшие изменения (мутации); проверяется, «убивают» ли тесты каждую мутацию.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7AE60"/>
                </a:solidFill>
              </a:defRPr>
            </a:pPr>
            <a:r>
              <a:t>Хороший тест: упадёт на всех 4 мутациях.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Плохой тест: пройдёт на всех мутациях — не проверяет логику.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Muration score = убитые мутации / общее число. &lt; 60% → слабый тестовый набор.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Инструменты: mutmut, cosmic-ray (Python).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Когда применять: избирательно — критические модули; AI-сгенерированные тесты (объективная оценка); модули безопасности.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Стоимость: O(n) запусков тестов на n мутаций — дорого, поэтому не на каждый коммит.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Тестирование AI-компонентов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Специфика вероятностного поведения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Поведение LLM-компонента вероятностно: один вход → разные выходы. Классический паттерн «задать вход — проверить точный вывод» неприменим.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Ключевое смещение: проверяются структурные и семантические свойства вывода в допустимом диапазоне.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Подход 1. Тестирование интерфейса агента.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данном входе выход обладает заданными структурными свойствами: синтаксическая корректность, наличие обязательных элементов, соответствие формату.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Подход 2. Snapshot-тестирование.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t=0 фиксируется «золотой стандарт» вывода. Отклонение → изменение поведения модели. Для детерминированной генерации.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Подход 3. LLM-as-judge.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Качество вывода оценивается другой LLM-моделью («судьёй»). Для семантической проверки, недоступной детерминированным методам. Высокая стоимость.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Тестирование AI-компонентов ≠ тестирование детерминированного кода. Требует специальных методов.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семантической оценки вывода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8580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test_generated_tests_cover_sdd_requirements():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generated_tests = test_generation_agent.run(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sdd=test_sdd, uncovered_lines=[45,46,47,48])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evaluation_prompt = f"""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SDD требования: {test_sdd.acceptance_criteria}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Сгенерированные тесты: {generated_tests}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Задача: реализован ли каждый тест-кейс из SDD?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Формат: JSON {covered: [...], missing: [...], reasoning: [...]}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evaluation = judge_llm.complete(evaluation_prompt)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len(evaluation.missing) ==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Что проверяет: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Семантическое соответствие между намерением (SDD) и реализацией (тесты).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Что НЕ проверяет: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Корректность кода тестов; ошибки в логике тестирования.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Стоимость: ВЫСОКАЯ — каждый запрос с большим контекстом.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Детерминированность: неполная — оценки могут варьироваться.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Когда оправдан: критические компоненты; нет детерминированной альтернативы.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Оценки судьи-LLM — вспомогательный сигнал, не окончательный вердикт.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Snapshot-тестирование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Фиксация поведения AI-компонента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test_agent_output_matches_snapshot(snapshot):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test_generation_agent.run(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sdd=STANDARD_TEST_SDD,      # фиксированная SDD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uncovered_lines=[10, 11]    # фиксированные строки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snapshot.assert_match(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result.output_file_content,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"test_generation_snapshot"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Условие: t=0 + фиксированная версия модели → детерминированная генерация.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Что обнаруживает: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поведения агента при обновлении модели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Регрессию при изменении системного промпта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Неожиданные изменения вывода при рефакторинге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Ограничения: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Неприменим при t &gt; 0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Эталон устаревает при намеренном изменении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Сравнивает точный текст, не семантику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Стратегия: snapshot + тестирование интерфейса (структурные проверки) для обнаружения неожиданных регрессий.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CI/CD-интеграция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Структура конвейера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41148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Триггер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Время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1. Статический анализ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Каждый коммит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ruff, mypy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Секунды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2. Unit-тесты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Каждый коммит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pytest @unit, coverage ≥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Секунды–минуты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3. Интеграционные тесты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Каждый PR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pytest @integration, изолированная среда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Минуты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4. AI-генерация 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Провал этапа 2 по покрытию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→ пробелы → PR с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Минуты + токены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5. Отчётность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После всех этапов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Публикация отчёта, метрики AI-шагов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Принцип Fail Fast: проблема обнаруживается как можно раньше. Линтер быстрее unit-теста; unit быстрее интеграционного.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Архитектурное решение: AI-шаги НЕ блокируют основной конвейер. Агент создаёт PR с тестами; решение о принятии — человек. Автономность CI + человеческий контроль.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Мониторинг: каждый запуск агента фиксирует потребление токенов и время. Аномалии → сигнал о зацикливании или деградации.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провал теста при правильном покрытии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Анализ ситуации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Сгенерированный тест (театральный):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test_validate_large_file():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validate_file("big_file.csv",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 is not None  # ТОЛЬКО ФАКТ ВОЗВРАТА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Тест, который должен был быть (по SDD TC-04):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test_validate_large_file_returns_error():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"""TC-04: файл &gt; MAX_FILE_SIZE → FILE_TOO_LARGE"""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validate_file("big_file.csv",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result.is_valid is 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any(e.code == "FILE_TOO_LARGE" for e in result.errors)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Ситуация: 87% покрытия, все тесты прошли. В production система принимает файлы, которые должна отклонять.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Причина: агент получил «обеспечь покрытие 87%» без требования трассируемости и содержательности проверок. Строка выполнена — покрытие засчитано. Логика размера — не проверена.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Выводы: (1) Метрика достигнута — ошибка не обнаружена. (2) Критерий «покрытие X%» без «трассируемость к SDD» недостаточен. (3) Человеческое ревью assert обнаружило бы проблему.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перевёрнутая пирамида при AI-генерации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Последствия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Агент сгенерировал 40 тестов: E2E — 28 (70%), интеграционные — 8 (20%), unit — 4 (10%). Бизнес-сценарии описаны в промпте.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Время CI: 2 мин → 18 мин. Разработчики перестали запускать тесты локально.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60% тестов падают при изменении URL роута (E2E привязаны к endpoint-ам). Рефакторинг API → обновление большинства тестов.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Ошибка в изолированной функции обнаруживается медленно. Время диагностики ×3.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Причина: бизнес-сценарии легче описать в промпте — они ближе к тому, как LLM воспринимает задачу. Промпт не содержал требования о пирамиде.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Решение (в системный промпт агента):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«Для каждого бизнес-сценария: (1) unit-тесты для каждой затронутой функции; (2) один интеграционный тест; (3) E2E только если сценарий не проверяется на более низких уровнях.»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разделение контекстов агентов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Практическая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Агент-разработчик и агент-тестировщик работали в одной сессии с общим контекстом. Тестировщик видел всю историю генерации кода.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Проблема: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Разработчик при написании normalize_price сделал допущение: цена = строка с запятой ("12,5"). Тестировщик, видя историю, генерировал тесты только со строками с запятой — воспроизводя допущение.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 было тестов на: normalize_price("12.5") — точка; normalize_price("12") — целое; normalize_price("abc") — невалидное.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Решение: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Агенты разделены по контекстам. Тестировщик получает только: SDD-спецификацию; интерфейс функций (сигнатуры); отчёт покрытия. История генерации кода исключена из контекста.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Результат: агент сгенерировал тесты для четырёх форматов входных данных, включая граничные случаи из SDD, не упомянутые в коде.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Метрика покрытия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Необходимое, но недостаточное 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64008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calculate_discount(price: float, user_type: str) -&gt; float: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if user_type == "premium":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return price * 0.8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elif user_type == "regular":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return price * 0.95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return price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# 100% покрытие строк, ноль проверок: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test_discount():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calculate_discount(100.0, "premium")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calculate_discount(100.0, "regular")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calculate_discount(100.0, "guest")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1188720"/>
          <a:ext cx="45720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Измеряет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Не измеряет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Какие строки кода выполнены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Корректность результата выполнения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Какие ветви достигнуты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Соответствие результата бизнес-требованию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Какой % кода задействован тестами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Качество проверок (содержательность assert)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Поведение на граничных значениях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Обработку некорректных входных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Покрытие — минимальный барьер (80% — базовое требование), но не свидетельство корректности системы.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Связь SDD-спецификации и параметризованного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858000" cy="3657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@pytest.mark.parametrize("tc, file_path, expected_valid, expected_error",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("TC-01", "valid.csv",    True,  None),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("TC-02", "file.exe",     False, "UNSUPPORTED_FORMAT"),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("TC-03", "empty.csv",    False, "EMPTY_FILE"),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("TC-04", "big_file.csv", False, "FILE_TOO_LARGE"),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test_validate_file(tc, file_path, expected_valid, expected_error):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"""Тест-кейсы из validator_spec.md, раздел "Критерии приёмки"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result = validate_file(file_path, test_context)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assert result.is_valid == expected_valid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if expected_error: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assert any(e.code == expected_error for e in result.errors)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SDD-спецификация → параметризованный тест: буквальное отображение.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Каждая строка таблицы критериев приёмки SDD → строка параметризации.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Методологическое значение: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Новый тест-кейс в SDD → новая строка параметризации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Изменение критерия → изменение параметра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Покрытие SDD измеримо: строки параметризации / тест-кейсы SDD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Это не метафора — это буквальное отображение, реализуемое агентом при наличии структурированной SDD.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Тестирование как первый слой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Конвейер безопасной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Тестирование в AI-first разработке: двойная функция — верификация корректности + безопасность при автономных модификациях кода агентами.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Тесты фиксируют контракт поведения.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Зафиксированные тесты описывают, как система должна себя вести. Модификация агентом → изменение поведения → провал теста в CI — до развёртывания.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Тесты ограничивают радиус воздействия агента.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в среде с тестами в CI не может внести изменение, ломающее контракт, без явного видимого сигнала.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Непокрытый код — слепая зона безопасности.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Функция без теста — компонент, поведение которого не зафиксировано. Модификация агентом не обнаруживается никаким детектором.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3035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Ситуация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Видимость изменения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 покрыт тестами, тесты в CI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Изменение → провал теста при следующем коммите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 покрыт, CI отсутствует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Обнаруживается только при ручном запуске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 не покрыт тестами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 обнаруживается автоматически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 покрыт театральными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Изменение функциональной логики не обнаруживается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Таблица соответствия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Тест-кейсы SDD и реализованные тесты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41148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TC (SDD)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 требования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Реализованный тест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Корректный CSV принимается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test_validate_file[TC-01]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✓ Реализован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Неподдерживаемый формат → UNSUPPORTED_FORMAT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test_validate_file[TC-02]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✓ Реализован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Пустой файл → EMPTY_FILE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test_validate_file[TC-03]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✓ Реализован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Файл &gt; 50MB → FILE_TOO_LARGE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test_validate_file[TC-04]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✓ Реализован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CSV с бинарным содержимым → CONTENT_FORMAT_MISMATCH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test_validate_file_detects_invalid_content_in_csv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✓ Реализован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TC-09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Файл с именем &gt; 255 символов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✗ Не реализован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Назначение таблицы: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Делает покрытие НАМЕРЕНИЙ измеримым (в отличие от покрытия строк кода)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Обнаруживает пробелы (тест-кейсы SDD без тестов) и «сироты» (тесты без соответствия SDD)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Является аргументом при аудите: «что именно проверено и почему»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Таблица — выходной артефакт агентного пайплайна тестирования наряду с самими тестами.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Сравнительная характеристика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Детерминированные и вероятностные компоненты в тестировании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Детерминированные инструменты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LLM/агент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Воспроизводимость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Одинаковый результат всегда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Результат может варьироваться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Проверяемость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Объективно верен или неверен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Требует валидации человеком или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Скорость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Миллисекунды–секунды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Секунды–минуты (API-задержка)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Стоимость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Нулевая (локально)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Токены + API-стоимость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Применение в CI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Блокирующий шаг (обязателен)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блокирующий (PR, не блокирует merge)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Типичные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Запуск тестов, покрытие, статический анализ, синтаксис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Генерация тестов, именование, объяснение, семантика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LLM — только для задач, требующих языкового понимания, с обязательной детерминированной верификацией вывода.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Принцип «Fail Fast» в структуре тестового конвейера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Линтер (ruff, mypy)           — мс      → первым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Unit-тесты (pytest @unit)     — секунды  → вторым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Интеграционные тесты          — минуты   → третьим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AI-генерация тестов           — мин+$    → только при необходимости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E2E-тесты                     — десятки мин → только на PR в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Fail Fast: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Проверки, способные обнаружить проблему быстрее, выполняются раньше. Провал немедленно останавливает конвейер.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Экономический смысл: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Стоимость обнаружения дефекта экспоненциально растёт по мере продвижения по конвейеру.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Линтер → минуты на исправление.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Production → инцидентное реагирование.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AI-шаги: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Запуск при каждом коммите — антипаттерн: нарушает Fail Fast и генерирует необоснованные затраты.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Обзор методов тестирования AI-систем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Сводная характеристика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9786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3474720"/>
                <a:gridCol w="164592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Что проверяет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Когда применять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Стоимость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Детерминированность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Unit-тестирование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Изолированные компоненты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Всегда, для детерминированного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Интеграционное тестирование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Взаимодействие компонентов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При наличии взаимодействующих модулей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Тестирование интерфейса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Структурные свойства вывода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Всегда при AI-компонентах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Низкая–средняя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Snapshot-тестирование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Стабильность вывода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При детерминированной генерации (t=0)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(t=0)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LLM-as-judge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Семантическое соответствие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Критические компоненты; нет альтернативы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Низкая–средняя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Мутационное тестирование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Качество тестового набора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Критические модули; AI-тесты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E2E-тестирование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Полный сценарий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Только ключевые сценарии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Очень 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Ключевые определения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Сводный глоссарий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Тестирование — управляемый процесс получения доказательств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того, что система ведёт себя определённым образом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в определённых условиях.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Unit-тест — проверка изолированного компонента с заменой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внешних зависимостей программными заглушками.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Театральный тест — тест, засчитываемый в покрытие,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но без содержательной проверки поведения.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Flaky test — тест с непредсказуемо варьирующимся результатом.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Трассируемость — свойство: каждый тест имеет явную ссылку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на основание (тест-кейс SDD).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Мутационное тестирование — оценка качества тестов внесением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изменений в код и проверкой обнаружения.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LLM-as-judge — семантическая оценка вывода AI-компонента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независимой языковой моделью.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Snapshot-тестирование — проверка стабильности вывода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сравнением с зафиксированным эталоном.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Mutation score — убитые мутации / общее число мутаций.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Пирамида тестирования — архитектурная модель: unit 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интеграционные / E2E ≈ 75% / 20% / 5%.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Итоговая сводка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Системные принципы тестирования в AI-first разработке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86AB"/>
                </a:solidFill>
              </a:defRPr>
            </a:pPr>
            <a:r>
              <a:t>1. Тестирование — управление доказательствами, не гарантия отсутствия ошибок.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Тест доказывает конкретное поведение в конкретных условиях. Отсутствие провалов — не правильность, а соответствие проверенным сценариям.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2. Метрика покрытия необходима и недостаточна.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Непокрытый код = слепая зона. Покрытый без проверок = ложная безопасность. Покрытие + трассируемость к SDD — необходимая комбинация.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3. SDD-спецификация — первичный источник для тест-агента.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Тест по коду без спецификации проверяет реализацию, не намерение. Инверсия источников — системная ошибка проектирования.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4. AI-шаги в CI не блокируют, а предлагают.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Агент создаёт PR с тестами. Решение принимает человек, проверяющий трассируемость и содержательность.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5. Разделение контекстов снижает самореференцию.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Разработчик и тестировщик с разными промптами → разные точки зрения → ниже вероятность общих предположений.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2E86AB"/>
                </a:solidFill>
              </a:defRPr>
            </a:pPr>
            <a:r>
              <a:t>6. Тестирование — первый слой безопасности при автономных модификациях.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Тесты с трассируемостью в CI делают нежелательное изменение поведения агентом видимым и блокируемым.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