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2.4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Проектирование многоуровневой архитектуры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безопасности систем с применением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технологий искусственного интеллекта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800" b="0" i="0">
                <a:solidFill>
                  <a:srgbClr val="2E86AB"/>
                </a:solidFill>
              </a:defRPr>
            </a:pPr>
            <a:r>
              <a:t>Defense in Depth  •  Zero Trust  •  Три уровня  •  Остаточный риск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ПО»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Глубокоэшелонированная оборона  •  Архитектурные ошибки  •  Глоссарий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Предмет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Архитектура безопасности как система независимых рубежей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Многоуровневая архитектура безопасности — способ организации защитных механизмов, при котором ответственность распределена между несколькими независимыми уровнями, а не сосредоточена в одной точке контроля.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В системах с ИИ угрозы возникают одновременно на нескольких структурных уровнях: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На уровне данных, поступающих в систему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На уровне модели, принимающей решения на основе этих данных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На уровне сервисной инфраструктуры взаимодействия с внешней средой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Проектирование архитектуры безопасности означает установление: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Какой защитный механизм закреплён за каким уровнем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Какие последствия наступают при компрометации отдельного уровня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Как уровни взаимодействуют, не передавая друг другу необоснованное доверие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Архитектура безопасности ≠ набор механизмов. Это система с распределённой, взаимно независимой ответственностью.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Почему точечная защита создаёт иллюзию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Защита в виде единственного барьера (например, фильтр на входе) устраняет только угрозы, проходящие через эту конкретную точку контроля.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Проблема одноточечной защиты: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Любой отдельный барьер технически преодолим. Проектирование должно исходить не из вопроса «произойдёт ли обход», а из вопроса «что происходит ПОСЛЕ того, как барьер обойдён».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Если после обхода единственного барьера злоумышленник получает неограниченный доступ — формальное наличие защиты не снижает риска, а лишь маскирует его.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500" b="1" i="0">
                <a:solidFill>
                  <a:srgbClr val="27AE60"/>
                </a:solidFill>
              </a:defRPr>
            </a:pPr>
            <a:r>
              <a:t>Ответ через Defense in Depth: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Компрометация одного рубежа должна нейтрализоваться следующим независимым рубежом, а не приводить к каскадному отказу всей системы.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Defense in Depth: не один прочный барьер, а последовательность независимых рубежей.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Разграничение понятий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Защитный механизм и архитектура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3949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Защитный 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Архитектура безопасности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Конкретное техническое решение: фильтр, шифрование, проверка учётных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Способ организации механизмов в целостную систему с распределённой ответственностью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Объект проектирования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Один компонент, один тип угрозы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Взаимодействие компонентов, поведение при отказе одного из них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Критерий качества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Механизм технически корректно реализован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одного уровня не приводит к компрометации всей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Типичная ошибка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 (либо есть, либо нет)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Набор изолированных механизмов без понимания их взаимного расположения ошибочно принимается за архитектуру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Совокупность корректных механизмов защиты не гарантирует наличия архитектуры безопасности.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Три уровня архитектуры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Общая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3657600"/>
                <a:gridCol w="39319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Состав активов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Класс угроз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Ключевая функция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Обучающие данные, контекст запроса, входные файлы, секреты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Отравление, утечка, вредоносные инструкции в содержимом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Целостность и контролируемый доступ к поступающей информации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LLM, агент, логика оркестрации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инструкций, избыточная автономность, DoS, небезопасный вывод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Контроль безопасности процесса принятия решений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Сервис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API, сеть, идентификация пользователей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Подмена актора, исчерпание ресурсов, повышение привилегий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Контроль доступа к системе как к целостному объекту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Разделение не произвольно: атака на один уровень не обязана распространяться на остальные — если уровни спроектированы независимо.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Формальное определение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Принцип глубокоэшелонированной обороны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Defense in Depth — защита критического актива последовательностью независимых рубежей, каждый из которых способен самостоятельно противодействовать угрозе при отказе предшествующего.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Каждый уровень — собственные, не пересекающиеся средства контроля. Отказ проверки на одном уровне обрабатывается независимо от результата проверки на предыдущем.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Практическое проявление: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Отравленный источник → не прошёл фильтрацию уровня данных → тем не менее подвергается фильтрации вывода на уровне модели → результат ограничен правами доступа уровня сервиса.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Критическое условие — НЕЗАВИСИМОСТЬ: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Если все уровни используют один критерий проверки или полагаются на один источник доверия — компрометация этого источника обесценивает все уровни одновременно.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состав активов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Уровень данных — совокупность информационных объектов, поступление или изменение которых способно повлиять на поведение модели или на конфиденциальность системы.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Состав: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Данные для обучения или дообучения модели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Контекст, передаваемый модели в момент выполнения запроса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Файлы и внешние источники, обрабатываемые автономным компонентом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Конфигурационные данные и секреты доступа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Независимо от способа поступления: обучение, пользовательский ввод или автоматизированный сбор.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Риск отсутствия защиты: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Любой источник информации, включая доверенные внутренние репозитории, рассматривается моделью как безопасный по умолчанию → прямой канал внедрения вредоносного содержимого.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Угрозы уровня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Систематизация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5029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 воздействия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Отравление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Внесение искажённых/вредоносных записей в обучающий или контекстный набор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Примеры, смещающие поведение модели в пользу злоумышленника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Утечка информации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Извлечение секретов через анализ ответов модели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 воспроизводит конфиденциальный фрагмент в ответе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Косвенное внедрение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Управляющие команды внутри обрабатываемого содержимого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Файл → модель интерпретирует как инструкцию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Компрометация цепочки поставки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Искажение источника данных до попадания в систему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Скомпрометированный внешний пакет как источник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контроля угроз уровня данных → последующие уровни вынуждены компенсировать проблему до работы модели.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Классификация данных по чувствительности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280160"/>
          <a:ext cx="117043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62179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Состав данных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Требуемая защита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— Публичные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Открытая документация, публичный код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Минимальная защита, контроль целостности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 — Внутренние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Исходный код, внутренняя документация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Контроль доступа на уровне хранилища, версионирование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 — Конфиденциальные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Конфигурации, ключи API, учётные данные, персональные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Шифрование, vault, минимизация доступа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 — Критические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Продуктивные данные, ключи шифрования, мастер-токены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Макс. шифрование, HSM, аудит каждого доступа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классификации: секретные данные = та же защита, что и публичная документация → критические активы доступны через слабейшее звено.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Шифрование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Два принципиально различных состояния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38404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Состояние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Защищаемая 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Encryption at rest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Данные на носителе (БД, ФС) зашифрованы; физический доступ без ключа невозможен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Хищение носителя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Encryption in transit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Данные при передаче защищены TLS от перехвата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Перехват трафика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92608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Реализация только одного состояния оставляет открытым соответствующий канал утечки: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Шифрование на диске не защищает от перехвата трафика между компонентами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Защищённая передача не предотвращает хищение при компрометации хранилища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Полноценная защита уровня данных требует одновременного применения ОБОИХ механизмов.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Encryption at rest + Encryption in transit — минимальный набор для уровня данных.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управление секретами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Архитектурное, а не стилистическое требование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8580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Небезопасно: секрет открытым текстом в конфиге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DATABASE_URL = "postgresql://admin:mypassword@db.internal/prod"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Защищённо: секрет из vault во время выполнения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from vault_client import VaultClient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vault = VaultClient(endpoint=VAULT_ENDPOINT,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auth_method="k8s_service_account")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get_database_url()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vault.read_secret("database/prod/connection_url")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Принципиальное отличие: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 удобство, а устранение возможности попадания секрета в артефакты: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Журналы выполнения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Системы контроля версий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Резервные копии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Для AI-систем — дополнительное измерение: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Секреты не должны попадать в контекст модели. Модель не имеет механизма разграничения — какая часть контекста подлежит неразглашению.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Версионирование данных как инструмент форензики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Версионирование данных — систематическая фиксация состояния набора данных на момент, позволяющая однозначно восстановить, какая версия использовалась в конкретный момент.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 контексте безопасности: единственный технический способ ответить — какие данные привели к конкретному инциденту.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840480"/>
          <a:ext cx="11430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Сценарий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Без версионирования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 версионированием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Обнаружен инцидент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Установить, какие данные привели к поведению, невозможно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Точная версия датасета → можно воспроизвести условия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Расследование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Ограничивается предположениями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Точный анализ причинно-следственной связи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версионирования нельзя отличить проблему из-за данных от проблемы из-за логики или поведения модели.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Контроль доверия к источникам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Предотвращение отравления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9436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class DataSourceTrustLevel(Enum):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TRUSTED = "trusted"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SEMI_TRUSTED = "semi_trusted"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UNTRUSTED = "untrusted"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process_content_by_trust(content, source):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if source == DataSourceTrustLevel.UNTRUSTED: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content = sanitize_aggressively(content)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content = mark_as_data_not_instruction(content)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Агрессивная санитизация из непроверенного источника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Явная маркировка как ДАННЫХ, не ИНСТРУКЦИЙ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Риск отсутствия: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Модель не отличает вредоносную команду в файле от анализируемых данных → канал косвенного внедрения.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Обязательная классификация источника ДО попадания в контекст модели.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состав компонента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Уровень модели — совокупность вычислительных компонентов, преобразующих входные данные в решения или действия посредством вероятностного вывода.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Состав: LLM, автономный агент, логика оркестрации агентов.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Принципиальное отличие от детерминированной логики: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Поведение нельзя полностью предсказать статическим анализом. Результат зависит от: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Весов модели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Содержимого запроса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Версии модели (может измениться поставщиком без ведома команды)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Следствие: необходимы механизмы runtime-контроля, а не только статический анализ.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Угрозы уровня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Систематизация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52120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инструкций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Команда напрямую или скрыто в содержимом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 игнорирует заданные ограничения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Избыточная автономность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Полномочия сверх минимально необходимых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с сетевым доступом для задачи без сети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DoS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Исчерпание ресурсов через запросы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Запросы избыточной длины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Небезопасный вывод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Результат без проверки в контексте выполнения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 из вывода исполняется без проверки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Каждая угроза требует отдельного механизма: входная, выходная или промежуточная стадия обработки.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Централизация guardrails как архитектурный слой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Guardrail — программный компонент проверки и коррекции содержимого, поступающего в модель или исходящего от неё, согласно политике безопасности.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Принципиальное требование: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ЕДИНЫЙ ЦЕНТРАЛИЗОВАННЫЙ СЛОЙ — любое взаимодействие с моделью проходит через него. Не как код, дублируемый в каждом агенте отдельно.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Три преимущества: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Единообразие политики для всех компонентов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Обновление в одном месте при новой атаке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Единая точка сбора данных для мониторинга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Дублирование → рассинхронизация: обновление в одном компоненте не гарантирует применения в остальных.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Версионирование моделей и конфигураций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Условие форензики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02920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class ModelVersionRecord: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model_id: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model_version_hash: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prompt_template_version: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guardrail_config_version: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timestamp: datetime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Каждый вызов модели фиксируется с полным набором версий компонентов.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Необходимость: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Поведение модели может измениться при обновлении поставщиком — без изменений в коде или конфигурации системы.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Без версионирования невозможно отличить: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Аномалию из-за изменения запроса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Изменения конфигурации guardrail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Изменения модели на стороне поставщика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Версионирование моделей для уровня модели = версионирование данных для уровня данных.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Мониторинг инференса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Перечень контролируемых метрик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41248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Интерпретация отклонения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Распределение длины ответов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Аномальные выбросы → извлечение избыточной информации или сбой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Частота отказов модели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Рост → систематические попытки обхода ограничений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Латентность ответа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Аномальная задержка → сложный/вредоносный запрос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Частота срабатывания guardrail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Рост → волна атак или деградация модели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Drift от baseline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Изменение поведения модели без изменений в коде/конфигурации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мониторинга атака, прошедшая входные проверки, остаётся незамеченной до последствий на уровне сервиса.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незаметное изменение поведения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Сторонний поставщик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Система использует LLM внешнего поставщика через API. Версия модели может быть изменена без уведомления.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В отличие от традиционного ПО, где команда контролирует версии всех компонентов.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 обновления модели поставщиком: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стиля ответов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готовности выполнять определённые запросы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чувствительности к попыткам обхода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При этом: ни код, ни guardrail не меняются.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Обнаружение: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Только через сопоставление текущих метрик мониторинга с зафиксированным baseline-профилем поведения.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Без контроля drift: ослабление защиты остаётся незамеченным до конкретной атаки.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Управление автономностью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Централизованно контролируемый параметр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68580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class AgentAutonomyPolicy: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def __init__(self, trust_level: str):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    self.max_steps = LIMITS[trust_level]["max_steps"]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    self.requires_approval = LIMITS[trust_level]["approval"]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    self.allowed_tools = LIMITS[trust_level]["tools"]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AUTONOMY_LIMITS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"low_trust": {"max_steps":5,"approval":["write","execute","network"],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              "tools":["read_only_analysis"]},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"high_trust":{"max_steps":20,"approval":["network"],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              "tools":["read","write","test_execution"]}}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Принцип: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Компоненту — ровно тот набор полномочий, который необходим для задачи, и ни одним больше.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Реализация: централизованно управляемая политика для всех компонентов.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Преимущество: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Корректировка ограничений для всех компонентов по данным мониторинга, без изменений кода каждого.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Без централизации: каждый компонент — свои ограничения; уязвимость в одном не влечёт коррекции в остальных.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Уровень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состав инфраструктуры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Уровень сервиса — граница системы: установление личности актора, проверка полномочий, контроль объёма ресурсов.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Состав: API, сетевые соединения, механизм идентификации пользователей и внешних систем.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Данный уровень: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Наиболее близок к традиционному AppSec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 наименьшей степени специфичен для AI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• Его недооценка ТАК ЖЕ критична, как и недооценка уровня модели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Причина: компрометация сервиса → прямой доступ ко всем нижележащим компонентам, независимо от их защиты.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Угрозы уровня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Систематизация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52120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Угроза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Подмена актора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Выдача за авторизованного пользователя или внутренний компонент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выдаёт себя за оркестратора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Чрезмерная нагрузка исчерпывает ресурсы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Серия запросов сверх пропускной способности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Повышение привилегий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Права сверх изначально предоставленных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Компонент получает админ-доступ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Классические web-уязвимости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Уязвимости любого сетевого сервиса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Некорректная обработка параметров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Особенность AI: подмена актора — и на внутренние компоненты, не только на внешних пользователей.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Аутентификация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Распространение на автоматизированные компоненты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9436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require_authentication(f):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@wraps(f)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def wrapper(request, *args, **kwargs):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identity = verify_token(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request.headers.get("Authorization"))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if not identity: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raise AuthenticationError(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"Invalid or missing credentials")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request.identity = identity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return f(request, *args, **kwargs)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return wrapper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Аутентификация — установление и подтверждение личности актора перед взаимодействием.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Предпосылка для авторизации, аудита и rate limiting.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Принципиальное требование для AI-систем: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Аутентификация необходима не только для человек→система, но и для компонент→компонент внутри системы.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Без аутентификации между компонентами: подмена одного компонента другим — аналог подмены внешнего пользователя, но незамеченный.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Авторизация: контроль доступа на основе ролей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59436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class Permission(Enum):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READ_CODE = "read_code"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WRITE_CODE = "write_code"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EXECUTE_TESTS = "execute_tests"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ACCESS_SECRETS = "access_secrets"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ROLE_PERMISSIONS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"developer": {READ_CODE, WRITE_CODE, EXECUTE_TESTS},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"ci_agent": {READ_CODE, EXECUTE_TESTS},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    "security_admin": {READ_CODE, ACCESS_SECRETS},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Авторизация — определение действий, разрешённых актору. Аутентификация → личность; авторизация → полномочия.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RBAC — прямая реализация минимальных привилегий: каждой роли — строго определённый набор прав.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Без RBAC: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Любой аутентифицированный актор = максимальный набор полномочий → компрометация одной учётной записи = компрометация всей системы.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Ограничение частоты запросов (Rate Limiting)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Защита от исчерпания ресурсов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Rate limiting — контроль объёма и частоты обращений от одного актора за заданный промежуток времени.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Два типа лимитов: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Количество запросов в окне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Суммарный объём токенов в окне (критично для AI: один запрос может быть на порядки тяжелее)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Для AI-систем лимит по токенам критичен: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Одиночный запрос может потреблять значительно больше ресурсов, чем в традиционном приложении, за счёт объёма обрабатываемого моделью содержимого.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Без rate limiting: уязвимость к целенаправленным DoS-атакам и к непреднамеренной перегрузке (зацикленный вызов).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Сетевая изоляция и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Сетевая изоляция — ограничение сетевого доступа компонента рамками, строго необходимыми для его функции.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Особое значение для компонентов, выполняющих автоматически сгенерированный код: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Sandbox: изолированная среда — без доступа к внутренней сети, без секретов, только к явно разрешённым внешним доменам.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Структура: API Gateway → оркестратор → sandbox (без внутр. сети, без секретов, ограниченный внешний доступ).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 изоляцией vs без: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Атака с выполнением кода БЕЗ изоляции → компрометация всей внутренней сети.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Та же атака ПРИ изоляции → ограничена пределами sandbox.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таблица механизмов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 трём уровням архитектуры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72237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Защищаемый актив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Основные механизмы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Обучающие и контекстные данные, конфиденциальные конфигурации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 чувствительности, шифрование (at rest + in transit), версионирование, контроль доверия к источникам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Процесс принятия решений моделью/агентом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Централизованные guardrails (input/output/runtime), версионирование моделей и промптов, мониторинг инференса, управление автономностью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Сервис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Инфраструктура взаимодействия с внешней средой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Аутентификация, RBAC, rate limiting, сетевая изоляция, sandbox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Каждый уровень — принципиально различный набор механизмов → независимость рубежей.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 нулевого доверия (Zero Trust)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происхождение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Периметровая модель: всё внутри границы — автоматически безопасно; защита — на границе.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Недостаток: преодоление границы → неограниченная свобода внутри (внутренние компоненты без своих проверок).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Zero Trust: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Отказ от доверенной внутренней зоны. Каждый запрос от ЛЮБОГО источника — независимая верификация, авторизация, журналирование. Как если бы из внешней сети.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Механизм: устранение исключений из проверок, основанных на происхождении запроса изнутри.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C0392B"/>
                </a:solidFill>
              </a:defRPr>
            </a:pPr>
            <a:r>
              <a:t>Без Zero Trust: скомпрометированный внутренний компонент беспрепятственно взаимодействует с остальными.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Применение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Четыре проверяемых технических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686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Конкретное техническое решение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Доверие к данным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Любой источник, включая внутреннее хранилище — обязательная классификация доверия; не безопасен по умолчанию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Доверие к выводу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Результат модели проверяется guardrail на выходе независимо от легитимности пользователя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Доверие между компонентами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не принимает результат другого без независимой верификации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Доверие к инфраструктуре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Внутренний сервис → внутренний сервис: та же строгая аутентификация, что и для внешнего клиента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Наличие хотя бы одного из решений отличает реализованный Zero Trust от декларативного упоминания.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верификация результатов между компонентами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class ZeroTrustOrchestrator: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def aggregate_results(self, results):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verified = []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for r in results: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if not self._verify_integrity(r):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self._log_anomaly(r, "integrity_fail")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if not self._verify_in_scope(r):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self._log_anomaly(r, "scope_violation")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verified.append(r)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return self._merge(verified)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Механизм: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Оркестратор НЕ передаёт результат напрямую — последовательно проверяет целостность и границы, независимо от «надёжности» источника.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Каждое отклонение → аномалия для анализа.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Без верификации: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Компрометация одного агента (prompt injection) → беспрепятственно распространяется на результат всей системы.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Метафора водонепроницаемых переборок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Модель многоуровневой 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Корабль с водонепроницаемыми переборками: пробоина в одном отсеке → его затопление, но НЕ корабля — переборки предотвращают распространение воды.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Соответствие: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Отсек → уровень архитектуры (данные, модель, сервис)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Пробоина → успешная атака на уровень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Переборка → независимый защитный механизм, ограничивающий распространение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Система обнаружения течи → мониторинг компрометации уровня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Ключевой тезис: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Безопасность — не единственный прочный барьер, а последовательность независимых рубежей, каждый из которых работает при компрометации соседнего.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Два условия эффективности многоуровневой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Метафора переборок работает только при двух условиях.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Условие 1: Переборки — действительно герметичны.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Защитный механизм каждого уровня — без пробелов. Частичная защита = иллюзия безопасности: переборка с незамеченной щелью.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C0392B"/>
                </a:solidFill>
              </a:defRPr>
            </a:pPr>
            <a:r>
              <a:t>Условие 2: Система обнаружения нарушения герметичности.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Мониторинг на КАЖДОМ уровне. Без обнаружения компрометации барьеры лишь откладывают инцидент: незамеченная компрометация → распространение.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мониторинга на каждом уровне многоуровневая защита — отсрочка, не предотвращение.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Прямое применение метафоры к архитектуре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Последовательность при отравленном источнике данных: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1. Уровень данных: контроль доверия НЕ обнаружил отравление → содержимое на уровень модели.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2. Уровень модели: guardrail на выходе отфильтровывает аномальный результат.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3. Если guardrail обойдён: уровень сервиса — разграничение полномочий и rate limiting ограничивают ущерб.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7AE60"/>
                </a:solidFill>
              </a:defRPr>
            </a:pPr>
            <a:r>
              <a:t>Ключевой вывод: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Компрометация данных НЕ → компрометация модели. Компрометация модели НЕ → компрометация сервиса.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При условии: каждый уровень — НЕЗАВИСИМАЯ переборка, а не дублирование проверок соседа.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Структура документа архитектуры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Обязательные разделы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34440"/>
          <a:ext cx="11795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2354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Раздел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Карта активов и угроз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Перечень защищаемых активов с указанием угрозы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Уровень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 чувствительности, шифрование, версионирование, контроль источников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Уровень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Правила guardrails, версионирование моделей, метрики мониторинга, политика автономности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Уровень сервиса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Аутентификация, RBAC, лимиты rate limiting, схема сетевой изоляции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Zero Trust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Конкретные проверяемые технические решения (без общих деклараций)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Мониторинг и форензика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Регистрируемые события, срок хранения, процедура реагирования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Остаточный риск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Угрозы, не устранённые полностью, с обоснованием приемлемости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Каждый раздел — конкретные, технически проверяемые решения, не декларативные формулировки.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Остаточный риск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роль в архитектуре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Остаточный риск — угрозы, осознанно не устраняемые полностью: полное устранение технически невозможно или экономически нецелесообразно.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«Полная защищённость от всех угроз» — инженерно неправдоподобно: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Система с вероятностным компонентом сохраняет ненулевую вероятность непредвиденного поведения — свести к нулю = отказаться от такого компонента.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Два подхода: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Заявление об абсолютной защищённости → недоверие при экспертизе (противоречит принципам инженерии безопасности).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Явное перечисление остаточных рисков с обоснованием → зрелое понимание компромисса защита/стоимость.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Систематизация типовых архитектурных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955279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Ошибка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Симптом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Защита только уровня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Данные и сервис без проработки — фокус на guardrails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Набор механизмов вместо архитектуры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 ответа о последствиях компрометации отдельного механизма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Zero Trust как декларация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Утверждение есть, проверяемых решений нет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 связи угроза→защита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Механизмы не привязаны к выявленным угрозам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Распознавание типовых ошибок повышает качество документа архитектуры безопасности.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Ошибка 1: игнорирование уровней данных и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Фокус на защите модели при отсутствии проработанной защиты данных и сервиса — наиболее распространённая ошибка.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guardrails модели воспринимаются как достаточное решение; классификация данных, секреты и права — как второстепенные детали.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Последствие при экспертизе: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Проверяются данные и сервис — именно они с наибольшей вероятностью не проработаны: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Как защищены секреты? • Как организована аутентификация? • Версионируются ли данные?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Отсутствие ответов → неполнота архитектуры независимо от проработки модели.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Ошибка 2: набор механизмов вместо архитектуры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Каждый механизм корректен, но команда не может ответить — что будет при компрометации одного из них.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guardrail, шифрование, журналирование добавляются последовательно без анализа взаимного расположения.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Результат: на вопрос «что будет при обходе guardrail» ответа нет — сервис не проектировался как независимый рубеж.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 формально многоуровневая система = фактически единственная точка защиты — остальные уровни дублируют, а не дополняют.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Ошибка 3: Zero Trust как декларация без содержания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В документе — утверждение о Zero Trust без единого конкретного технического решения.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принцип как философия, без операционализации в коде или конфигурации.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Экспертиза: прямой вопрос — где именно в коде/архитектуре принцип реализован технически?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Например: механизм верификации результата одного агента другим.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Нет конкретного ответа → декларация без подкрепления → равносильно отсутствию принципа.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Zero Trust — не философия, а набор конкретных, проверяемых технических решений.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Ошибка 4: отсутствие связи угроза → защита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Перечень защитных механизмов без явной привязки к конкретным угрозам данной системы.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механизмы выбираются как «стандартный набор для систем такого класса», без привязки к конкретным уязвимостям.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Последствие: архитектура — как теоретическое упражнение для формального соответствия, не обоснованное инженерное решение.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Корректный подход: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Явное обоснование: «механизм X добавлен потому, что обнаружена уязвимость класса Y, и данный механизм закрывает именно её».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Итоговое сопоставление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набора механизмов к архитектуре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887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5486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Набор механизмов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Архитектура безопасности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Guardrail модели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Интегрирован в единый централизованный слой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Шифрование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 явной классификацией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Аутентификация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Распространена на межкомпонентное взаимодействие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Ответ о компрометации уровня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Присутствует, обоснован механизмом следующего уровня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Связь с угрозами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Формальна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Каждый механизм обоснован конкретной угрозой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Остаточный риск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 документирован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Задокументирован с обоснованием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Достаточное условие: способность сохранять работоспособность и ограничивать ущерб при компрометации любого уровня.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Глоссарий ключевых понятий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1234440"/>
          <a:ext cx="11887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326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Понятие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Defense in Depth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Принцип защиты актива последовательностью независимых рубежей, каждый противодействует угрозе при отказе предыдущего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Архитектура безопасности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Способ организации механизмов в целостную систему с распределённой независимой ответственностью уровней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Guardrail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Централизованный компонент проверки/коррекции содержимого в модель и из неё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Zero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Отказ от доверенной внутренней зоны; верификация любого запроса независимо от происхождения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Классификация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Присвоение уровня защиты в зависимости от последствий компрометации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Модель: набор действий определяется ролью аутентифицированного актора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Sandbox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Изолированная среда без доступа к внутренней сети и секретам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Остаточный риск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Угрозы, осознанно не устранённые — технически невозможно или экономически нецелесообразно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Совокупность понятий — концептуальный аппарат для проектирования, документирования и защиты архитектуры AI-систем.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